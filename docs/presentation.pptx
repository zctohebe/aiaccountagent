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10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71500"/>
            <a:ext cx="6856214" cy="4000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571500"/>
            <a:ext cx="2193989" cy="40005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973836"/>
            <a:ext cx="5486400" cy="2441448"/>
          </a:xfrm>
        </p:spPr>
        <p:txBody>
          <a:bodyPr anchor="b">
            <a:normAutofit/>
          </a:bodyPr>
          <a:lstStyle>
            <a:lvl1pPr algn="l">
              <a:defRPr sz="4425" spc="-75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3502685"/>
            <a:ext cx="5486400" cy="685800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3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2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973836"/>
            <a:ext cx="5486400" cy="2441448"/>
          </a:xfrm>
        </p:spPr>
        <p:txBody>
          <a:bodyPr anchor="b">
            <a:normAutofit/>
          </a:bodyPr>
          <a:lstStyle>
            <a:lvl1pPr>
              <a:defRPr sz="4425" b="0" spc="-75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3504438"/>
            <a:ext cx="5486400" cy="685800"/>
          </a:xfrm>
        </p:spPr>
        <p:txBody>
          <a:bodyPr anchor="t">
            <a:normAutofit/>
          </a:bodyPr>
          <a:lstStyle>
            <a:lvl1pPr marL="0" indent="0">
              <a:buNone/>
              <a:defRPr sz="165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2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651510"/>
            <a:ext cx="260604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767690"/>
            <a:ext cx="2606040" cy="60579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767690"/>
            <a:ext cx="2606040" cy="609878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448202"/>
            <a:ext cx="2606040" cy="301752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5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8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9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651510"/>
            <a:ext cx="5486400" cy="38404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20632"/>
            <a:ext cx="2125980" cy="174149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2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857250"/>
            <a:ext cx="2125980" cy="178308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575564"/>
            <a:ext cx="6086423" cy="3998214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2619756"/>
            <a:ext cx="2125980" cy="174193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4767263"/>
            <a:ext cx="4433638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7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2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742950"/>
            <a:ext cx="2114550" cy="3714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651510"/>
            <a:ext cx="5486400" cy="384048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69214"/>
            <a:ext cx="2582693" cy="3998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569214"/>
            <a:ext cx="288036" cy="3998214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4767263"/>
            <a:ext cx="11481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Accounting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Theme: AI-powered Business Process Automation</a:t>
            </a:r>
          </a:p>
          <a:p>
            <a:pPr lvl="0"/>
            <a:r>
              <a:t>Title: AI Accounting Agent</a:t>
            </a:r>
          </a:p>
          <a:p>
            <a:pPr lvl="0"/>
            <a:r>
              <a:t>Team: Guardians of Gal (Leader: Zhan, Changlian)</a:t>
            </a:r>
          </a:p>
          <a:p>
            <a:pPr lvl="0"/>
            <a:r>
              <a:t>Business Area: Accounting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Problem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Reduce manual work and errors</a:t>
            </a:r>
          </a:p>
          <a:p>
            <a:pPr lvl="0"/>
            <a:r>
              <a:t>Improve efficiency and flexibility</a:t>
            </a:r>
          </a:p>
          <a:p>
            <a:pPr lvl="0"/>
            <a:r>
              <a:t>Cost savings and faster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Task Scheduling: Local PoC + AWS EventBridge/Amazon Scheduler -&gt; Lambda</a:t>
            </a:r>
          </a:p>
          <a:p>
            <a:pPr lvl="0"/>
            <a:r>
              <a:t>Report Processing: Pluggable handlers -&gt; Lambda/ECS</a:t>
            </a:r>
          </a:p>
          <a:p>
            <a:pPr lvl="0"/>
            <a:r>
              <a:t>AI Analysis: AWS Bedrock (mockable locally)</a:t>
            </a:r>
          </a:p>
          <a:p>
            <a:pPr lvl="0"/>
            <a:r>
              <a:t>Storage: S3 or local filesystem</a:t>
            </a:r>
          </a:p>
          <a:p>
            <a:pPr lvl="0"/>
            <a:r>
              <a:t>UI/API: Natural language 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Features (with demo samples)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Natural Language Command Execution</a:t>
            </a:r>
          </a:p>
          <a:p>
            <a:pPr lvl="1"/>
            <a:r>
              <a:t>Demo: “生成发票汇总”</a:t>
            </a:r>
          </a:p>
          <a:p>
            <a:pPr lvl="0"/>
            <a:r>
              <a:t>Scheduled Task Execution</a:t>
            </a:r>
          </a:p>
          <a:p>
            <a:pPr lvl="1"/>
            <a:r>
              <a:t>Demo: UI prompt “[Task Scheduler] cron=</a:t>
            </a:r>
            <a:r>
              <a:rPr i="1"/>
              <a:t>/1 </a:t>
            </a:r>
            <a:r>
              <a:t> * * * outputPath=results/quick-task.txt”</a:t>
            </a:r>
          </a:p>
          <a:p>
            <a:pPr lvl="0"/>
            <a:r>
              <a:t>Multi-Source Data Integration</a:t>
            </a:r>
          </a:p>
          <a:p>
            <a:pPr lvl="1"/>
            <a:r>
              <a:t>Demo: Report input from </a:t>
            </a:r>
            <a:r>
              <a:rPr>
                <a:latin typeface="Courier"/>
              </a:rPr>
              <a:t>resources/sample-data.jsonl</a:t>
            </a:r>
            <a:r>
              <a:t> (switchable to S3)</a:t>
            </a:r>
          </a:p>
          <a:p>
            <a:pPr lvl="0"/>
            <a:r>
              <a:t>Automatic Result Storage</a:t>
            </a:r>
          </a:p>
          <a:p>
            <a:pPr lvl="1"/>
            <a:r>
              <a:t>Demo: Outputs in </a:t>
            </a:r>
            <a:r>
              <a:rPr>
                <a:latin typeface="Courier"/>
              </a:rPr>
              <a:t>results/*.json</a:t>
            </a:r>
            <a:r>
              <a:t> and </a:t>
            </a:r>
            <a:r>
              <a:rPr>
                <a:latin typeface="Courier"/>
              </a:rPr>
              <a:t>results/*.txt</a:t>
            </a:r>
          </a:p>
          <a:p>
            <a:pPr lvl="0"/>
            <a:r>
              <a:t>Custom Rule Management</a:t>
            </a:r>
          </a:p>
          <a:p>
            <a:pPr lvl="1"/>
            <a:r>
              <a:t>Demo: Add </a:t>
            </a:r>
            <a:r>
              <a:rPr>
                <a:latin typeface="Courier"/>
              </a:rPr>
              <a:t>backend/reports/anomaly_check.py</a:t>
            </a:r>
            <a:r>
              <a:t> and use </a:t>
            </a:r>
            <a:r>
              <a:rPr>
                <a:latin typeface="Courier"/>
              </a:rPr>
              <a:t>reportType: anomaly-check</a:t>
            </a:r>
          </a:p>
          <a:p>
            <a:pPr lvl="0"/>
            <a:r>
              <a:t>Intelligent Anomaly Detection</a:t>
            </a:r>
          </a:p>
          <a:p>
            <a:pPr lvl="1"/>
            <a:r>
              <a:t>Demo: Detect </a:t>
            </a:r>
            <a:r>
              <a:rPr>
                <a:latin typeface="Courier"/>
              </a:rPr>
              <a:t>amount&lt;0</a:t>
            </a:r>
            <a:r>
              <a:t> -&gt; list anomalies</a:t>
            </a:r>
          </a:p>
          <a:p>
            <a:pPr lvl="0"/>
            <a:r>
              <a:t>Secure Data Processing</a:t>
            </a:r>
          </a:p>
          <a:p>
            <a:pPr lvl="1"/>
            <a:r>
              <a:t>Demo: Use mock Bedrock in dev, no sensitive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AutoNum type="arabicParenR"/>
            </a:pPr>
            <a:r>
              <a:t>Start: </a:t>
            </a:r>
            <a:r>
              <a:rPr>
                <a:latin typeface="Courier"/>
              </a:rPr>
              <a:t>scripts/start_all.bat</a:t>
            </a:r>
          </a:p>
          <a:p>
            <a:pPr marL="342900" lvl="0" indent="-342900">
              <a:buAutoNum type="arabicParenR"/>
            </a:pPr>
            <a:r>
              <a:t>Scheduler: reads </a:t>
            </a:r>
            <a:r>
              <a:rPr>
                <a:latin typeface="Courier"/>
              </a:rPr>
              <a:t>resources/tasks.json</a:t>
            </a:r>
            <a:r>
              <a:t> (UTC cron)</a:t>
            </a:r>
          </a:p>
          <a:p>
            <a:pPr marL="342900" lvl="0" indent="-342900">
              <a:buAutoNum type="arabicParenR"/>
            </a:pPr>
            <a:r>
              <a:t>UI commands:</a:t>
            </a:r>
          </a:p>
          <a:p>
            <a:pPr lvl="1"/>
            <a:r>
              <a:rPr>
                <a:latin typeface="Courier"/>
              </a:rPr>
              <a:t>[Task Status]</a:t>
            </a:r>
            <a:r>
              <a:t> -&gt; list jobs and tasks</a:t>
            </a:r>
          </a:p>
          <a:p>
            <a:pPr lvl="1"/>
            <a:r>
              <a:rPr>
                <a:latin typeface="Courier"/>
              </a:rPr>
              <a:t>[Task Scheduler] cron=*/1 * * * * outputPath=results/quick-task.txt</a:t>
            </a:r>
            <a:r>
              <a:t> -&gt; create task</a:t>
            </a:r>
          </a:p>
          <a:p>
            <a:pPr lvl="1"/>
            <a:r>
              <a:rPr>
                <a:latin typeface="Courier"/>
              </a:rPr>
              <a:t>[Run Report]</a:t>
            </a:r>
            <a:r>
              <a:t> with JSON payload (see examples)</a:t>
            </a:r>
          </a:p>
          <a:p>
            <a:pPr marL="342900" lvl="0" indent="-342900">
              <a:buAutoNum type="arabicParenR"/>
            </a:pPr>
            <a:r>
              <a:t>Check outputs: </a:t>
            </a:r>
            <a:r>
              <a:rPr>
                <a:latin typeface="Courier"/>
              </a:rPr>
              <a:t>results/*</a:t>
            </a:r>
            <a:r>
              <a:t>, notifications in </a:t>
            </a:r>
            <a:r>
              <a:rPr>
                <a:latin typeface="Courier"/>
              </a:rPr>
              <a:t>resources/notifications.json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 Report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t>Sample 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{
  "prompt": "[Run Report]",
  "reportType": "sample-summary",
  "input": { "source": "local", "format": "jsonl", "path": "resources/sample-data.jsonl" },
  "output": { "target": "local", "path": "results/sample-summary-output.json" },
  "params": {}
}</a:t>
            </a:r>
          </a:p>
          <a:p>
            <a:pPr lvl="0"/>
            <a:r>
              <a:t>Anomaly Check</a:t>
            </a:r>
          </a:p>
          <a:p>
            <a:pPr lvl="0" indent="0">
              <a:buNone/>
            </a:pPr>
            <a:r>
              <a:rPr>
                <a:latin typeface="Courier"/>
              </a:rPr>
              <a:t>{
  "prompt": "[Run Report]",
  "reportType": "anomaly-check",
  "input": { "source": "local", "format": "jsonl", "path": "resources/sample-data.jsonl" },
  "output": { "target": "local", "path": "results/anomaly-check-output.json" },
  "params": {}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Cloud Migration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Replace local scheduler with EventBridge rules</a:t>
            </a:r>
          </a:p>
          <a:p>
            <a:pPr lvl="0"/>
            <a:r>
              <a:t>Deploy report executor as Lambda/ECS</a:t>
            </a:r>
          </a:p>
          <a:p>
            <a:pPr lvl="0"/>
            <a:r>
              <a:t>Use S3 for inputs/outputs, SNS/CloudWatch for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Add S3 integration in scheduler and UI</a:t>
            </a:r>
          </a:p>
          <a:p>
            <a:pPr lvl="0"/>
            <a:r>
              <a:t>Expand report handlers (trial balance, AR/AP aging)</a:t>
            </a:r>
          </a:p>
          <a:p>
            <a:pPr lvl="0"/>
            <a:r>
              <a:t>Add monitoring/alerts and IAM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511</Words>
  <Application>Microsoft Office PowerPoint</Application>
  <PresentationFormat>全屏显示(16:9)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Courier</vt:lpstr>
      <vt:lpstr>Corbel</vt:lpstr>
      <vt:lpstr>Wingdings 2</vt:lpstr>
      <vt:lpstr>框架</vt:lpstr>
      <vt:lpstr>AI Accounting Agent</vt:lpstr>
      <vt:lpstr>Cover</vt:lpstr>
      <vt:lpstr>Problem &amp; Goals</vt:lpstr>
      <vt:lpstr>Architecture Overview</vt:lpstr>
      <vt:lpstr>Key Features (with demo samples)</vt:lpstr>
      <vt:lpstr>Demo Flow</vt:lpstr>
      <vt:lpstr>Run Report Examples</vt:lpstr>
      <vt:lpstr>Cloud Migration Path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越凡 计</cp:lastModifiedBy>
  <cp:revision>1</cp:revision>
  <dcterms:created xsi:type="dcterms:W3CDTF">2025-11-27T19:52:29Z</dcterms:created>
  <dcterms:modified xsi:type="dcterms:W3CDTF">2025-11-27T19:53:44Z</dcterms:modified>
</cp:coreProperties>
</file>